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8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슬롯3 강의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74519"/>
            <a:ext cx="8412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방어 대책 · 자동화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C7D2FE"/>
                </a:solidFill>
                <a:latin typeface="맑은 고딕"/>
              </a:rPr>
              <a:t>+ 🎮 Gandalf 챌린지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맑은 고딕"/>
              </a:rPr>
              <a:t>LLM 공격을 막는 방법 — 그리고 방어가 실제로 효과가 있는지 검증하는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2026.    .    .    김설기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슬롯3 을 마치면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OWASP 항목별 mitigation을 운영 레이어 4가지(입력/출력/권한/모니터링)로 재구조화할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수동 테스트의 한계를 이해하고 자동화 보안 검증의 필요성을 설명할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Gandalf 챌린지로 다양한 우회 패턴을 직접 체험하고 왜 통하는지 설명할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어떻게 아나?'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방어를 만들었다 — 근데 실제로 막히는지 어떻게 아나?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어떻게 아나?"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Garak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NVIDIA 오픈소스 LLM 취약점 자동 스캐너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NVIDIA 가 공개한 오픈소스 LLM 취약점 스캐너 — 학술/보안 커뮤니티 표준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16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50+ 종 프로브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(DAN), encoding, latent injection,
web injection, toxicity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963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JSONL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디텍터 단위로 PASS/FAIL 자동 판정 후
파이썬으로 분석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LiteLLM 어댑터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OpenAI · Gemini · DeepSeek · 로컬 모델
어떤 LLM 이든 동일 인터페이스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맑은 고딕"/>
              </a:rPr>
              <a:t>작동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1335024"/>
            <a:ext cx="3803904" cy="318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Probe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(공격 페이로드 생성)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LiteLLM (deepseek/deepseek-chat)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DeepSeek API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↑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응답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Detector (PASS/FAIL 자동 판정)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JSONL 결과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— 주요 프로브 카테고리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실제 공격 패턴을 미리 정의한 50+ 종의 자동 페이로드 생성기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— DAN (Do Anything Now) 류 우회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인코딩 우회 — Base64, ROT13 등으로 키워드 회피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latentinjection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간접 인젝션 — RAG 문서/시스템 메시지 안에 공격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promptinject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직접 프롬프트 인젝션 (HijackHateHumans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lmrc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독성 콘텐츠 — 욕설·차별 발언 유도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web_injection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Markdown 이미지 exfiltration 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실행 흐름 — CLI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프로브 선택 → 모델 지정 → 자동 호출 → JSONL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10789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python -m garak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--target_type litellm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--target_name deepseek/deepseek-chat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--probes dan.Dan_11_0,lmrc.Profanity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주요 옵션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LiteLLM 어댑터 (모든 LLM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3832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모델 식별자 (provider/model_id)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94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실행할 프로브 (콤마 구분, 다중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-g 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각 페이로드를 N 회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vs promptfoo 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두 도구 모두 자동화 보안 검증 — 접근 방식이 다름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🔍  Garak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promptfoo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만든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promptfoo (오픈소스 회사)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공격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50+ 종 미리 정의 프로브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eval + LLM 자동 redteam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87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JSONL + 텍스트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웹 UI 리포트 + JSONL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진입 장벽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CLI · subprocess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작성 · CLI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500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9359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강점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학술 표준 프로브 풍부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UI 친화적, 빠른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0965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본 워크숍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Lab 2 에서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다른 day 에서 다룸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718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강의에서 본 방어가 실제로 어떻게 뚫리는지 — 직접 체험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🌐  gandalf.lakera.ai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Gandalf — 진행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레벨이 올라갈수록 방어가 강해집니다 — 50분 동안 가능한 한 높은 레벨까지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레벨별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53312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방어 없음 — 직접 묻기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28216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3736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키워드 차단 — 다른 단어로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6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12264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21408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강한 필터 — 역할극·우회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32304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05456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LLM 검열관 — 조합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16352"/>
            <a:ext cx="4114800" cy="347472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889504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입력+출력+검열관 — 메타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5가지 핵심 패턴 — 강사 라이브 데모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80160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399032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41732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역할극 (관리자/디버거 사칭)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847088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96596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84248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언어 전환 (영어/일본어)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414016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532888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551176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거꾸로 / 한 글자씩 (Spell backwards)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80944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099816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118104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간접 추출 (첫 글자·길이)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547872"/>
            <a:ext cx="4114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666744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685032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Agent / DAN (새 정체성 부여)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마무리 → Lab 1 / Lab 2 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체감한 우회 패턴을 — 자동화 도구로 확장합니다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슬롯4 ·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7490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LiteLLM 어댑터로 50+ 종 프로브 자동 실행
같은 우회 패턴이 자동 페이로드로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슬롯5 · Lab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7490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시스템 프롬프트 유출 / RAG 인젝션
임베딩 역추출 (Jina 데모)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1584</Words>
  <Application>Microsoft Macintosh PowerPoint</Application>
  <PresentationFormat>화면 슬라이드 쇼(16:9)</PresentationFormat>
  <Paragraphs>325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2</cp:revision>
  <dcterms:created xsi:type="dcterms:W3CDTF">2026-05-04T08:51:43Z</dcterms:created>
  <dcterms:modified xsi:type="dcterms:W3CDTF">2026-05-04T09:15:57Z</dcterms:modified>
</cp:coreProperties>
</file>