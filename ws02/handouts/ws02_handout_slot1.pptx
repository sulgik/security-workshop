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09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353" r:id="rId12"/>
    <p:sldId id="354" r:id="rId13"/>
    <p:sldId id="352" r:id="rId14"/>
    <p:sldId id="355" r:id="rId15"/>
    <p:sldId id="273" r:id="rId16"/>
    <p:sldId id="293" r:id="rId17"/>
    <p:sldId id="330" r:id="rId18"/>
    <p:sldId id="349" r:id="rId19"/>
    <p:sldId id="331" r:id="rId20"/>
    <p:sldId id="295" r:id="rId21"/>
    <p:sldId id="296" r:id="rId22"/>
    <p:sldId id="297" r:id="rId23"/>
    <p:sldId id="298" r:id="rId24"/>
    <p:sldId id="332" r:id="rId25"/>
    <p:sldId id="300" r:id="rId26"/>
    <p:sldId id="303" r:id="rId27"/>
    <p:sldId id="276" r:id="rId28"/>
    <p:sldId id="350" r:id="rId29"/>
    <p:sldId id="351" r:id="rId30"/>
    <p:sldId id="334" r:id="rId31"/>
    <p:sldId id="260" r:id="rId32"/>
    <p:sldId id="335" r:id="rId33"/>
    <p:sldId id="336" r:id="rId34"/>
    <p:sldId id="337" r:id="rId35"/>
    <p:sldId id="348" r:id="rId36"/>
    <p:sldId id="258" r:id="rId37"/>
    <p:sldId id="313" r:id="rId3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1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938479" y="3108960"/>
            <a:ext cx="554636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703882" y="312395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12:00-13:00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6A02D184-A1D8-9995-B1EC-592F2450B10A}"/>
              </a:ext>
            </a:extLst>
          </p:cNvPr>
          <p:cNvSpPr/>
          <p:nvPr/>
        </p:nvSpPr>
        <p:spPr>
          <a:xfrm>
            <a:off x="6174698" y="312645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97C59BF-2F13-9CD3-9EA7-77A8AAB0F560}"/>
              </a:ext>
            </a:extLst>
          </p:cNvPr>
          <p:cNvGrpSpPr/>
          <p:nvPr/>
        </p:nvGrpSpPr>
        <p:grpSpPr>
          <a:xfrm>
            <a:off x="9248931" y="3096468"/>
            <a:ext cx="629588" cy="438963"/>
            <a:chOff x="8829206" y="338278"/>
            <a:chExt cx="629588" cy="438963"/>
          </a:xfrm>
        </p:grpSpPr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E6D3D501-9AD9-0497-7C23-EF95F87C5347}"/>
                </a:ext>
              </a:extLst>
            </p:cNvPr>
            <p:cNvSpPr/>
            <p:nvPr/>
          </p:nvSpPr>
          <p:spPr>
            <a:xfrm>
              <a:off x="8829206" y="338278"/>
              <a:ext cx="629588" cy="411480"/>
            </a:xfrm>
            <a:prstGeom prst="roundRect">
              <a:avLst>
                <a:gd name="adj" fmla="val 17778"/>
              </a:avLst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829207" y="365761"/>
              <a:ext cx="62958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이론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96239E72-7A09-4E7C-186B-3F48959D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>
            <a:extLst>
              <a:ext uri="{FF2B5EF4-FFF2-40B4-BE49-F238E27FC236}">
                <a16:creationId xmlns:a16="http://schemas.microsoft.com/office/drawing/2014/main" id="{EFCCCBE8-83E7-EFB4-92ED-A2674A598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3" name="Image 0" descr="/sessions/peaceful-stoic-bardeen/imgs/tonghap_logo.png">
            <a:extLst>
              <a:ext uri="{FF2B5EF4-FFF2-40B4-BE49-F238E27FC236}">
                <a16:creationId xmlns:a16="http://schemas.microsoft.com/office/drawing/2014/main" id="{C50D18AC-0EAA-1FCC-794F-DFEB29FA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2AFC00E-53E1-E301-2887-BA9BC04F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국정원(NIS)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· NIS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KISA로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2614506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751666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89466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96781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98610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508338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515653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517482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627210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634525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636354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746082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753397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755226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</TotalTime>
  <Words>3371</Words>
  <Application>Microsoft Macintosh PowerPoint</Application>
  <PresentationFormat>사용자 지정</PresentationFormat>
  <Paragraphs>781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251</cp:revision>
  <dcterms:created xsi:type="dcterms:W3CDTF">2026-04-08T02:22:54Z</dcterms:created>
  <dcterms:modified xsi:type="dcterms:W3CDTF">2026-05-09T12:34:51Z</dcterms:modified>
</cp:coreProperties>
</file>