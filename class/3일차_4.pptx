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91" r:id="rId3"/>
    <p:sldId id="293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7" r:id="rId12"/>
    <p:sldId id="268" r:id="rId13"/>
    <p:sldId id="269" r:id="rId14"/>
    <p:sldId id="271" r:id="rId15"/>
    <p:sldId id="272" r:id="rId16"/>
    <p:sldId id="273" r:id="rId17"/>
    <p:sldId id="29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실습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2: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</a:t>
            </a: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 </a:t>
            </a:r>
            <a:r>
              <a:rPr lang="ko-KR" altLang="en-US" sz="3200" b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</a:t>
            </a:r>
            <a:r>
              <a:rPr lang="en-US" sz="1800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r>
              <a:rPr lang="en-US" altLang="ko-KR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RAG </a:t>
            </a:r>
            <a:r>
              <a:rPr lang="en-US" altLang="ko-KR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r>
              <a:rPr lang="en-US" altLang="ko-KR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Colab: 왼쪽 🔑 아이콘 → Secrets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GEMINI_API_KEY 추가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및 API 키 로드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코드를 Cell 2~5 순서대로 실행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코드 (Cell 2~5)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config=config).text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순서대로 실행 — 한 셀씩 Shift+Enter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패키지 설치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API 키 + 클라이언트 초기화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google-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google.colab import userdata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GEMINI_API_KEY=userdata.get('GEMINI_API_KEY')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'gemini-2.5-flash-lite'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genai.Client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=GEMINI_API_KEY)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ask() 헬퍼 함수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system=None):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google.genai import types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types.GenerateContentConfig(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system_instruction=system) if system else None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client.models.generate_content(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contents=prompt,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⑤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 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PDF 로드 → 청크 → 임베딩 → 저장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 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 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 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 브라우저에서 진행 — API 호출 0회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2551</Words>
  <Application>Microsoft Macintosh PowerPoint</Application>
  <PresentationFormat>와이드스크린</PresentationFormat>
  <Paragraphs>390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Play</vt:lpstr>
      <vt:lpstr>Sen Medium</vt:lpstr>
      <vt:lpstr>Arial</vt:lpstr>
      <vt:lpstr>Bebas Neue</vt:lpstr>
      <vt:lpstr>Calibri Light</vt:lpstr>
      <vt:lpstr>Consolas</vt:lpstr>
      <vt:lpstr>Montserrat</vt:lpstr>
      <vt:lpstr>Office Theme</vt:lpstr>
      <vt:lpstr>1_Office Theme</vt:lpstr>
      <vt:lpstr>2026년 생성형AI 보안취약점 분석 교육 실습2: 임베딩, 벡터DB 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22</cp:revision>
  <dcterms:created xsi:type="dcterms:W3CDTF">2026-04-10T13:22:10Z</dcterms:created>
  <dcterms:modified xsi:type="dcterms:W3CDTF">2026-04-11T00:56:10Z</dcterms:modified>
</cp:coreProperties>
</file>